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3: SQL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Dataset: 1200 orders</a:t>
            </a:r>
          </a:p>
          <a:p>
            <a:pPr>
              <a:defRPr sz="1800"/>
            </a:pPr>
            <a:r>
              <a:t>Columns: 14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SQL: SELECT, WHERE, ORDER BY, GROUP BY, COUNT, SUM and AVG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SQL SELECT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SELECT OrderID, Product, Quantity, UnitPrice, TotalPrice</a:t>
            </a:r>
          </a:p>
          <a:p>
            <a:pPr>
              <a:defRPr sz="1800"/>
            </a:pPr>
            <a:r>
              <a:t>FROM orders</a:t>
            </a:r>
          </a:p>
          <a:p>
            <a:pPr>
              <a:defRPr sz="1800"/>
            </a:pPr>
            <a:r>
              <a:t>LIMIT 10;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SQL WHERE + ORDER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SELECT OrderID, Product, TotalPrice</a:t>
            </a:r>
          </a:p>
          <a:p>
            <a:pPr>
              <a:defRPr sz="1800"/>
            </a:pPr>
            <a:r>
              <a:t>FROM orders</a:t>
            </a:r>
          </a:p>
          <a:p>
            <a:pPr>
              <a:defRPr sz="1800"/>
            </a:pPr>
            <a:r>
              <a:t>WHERE TotalPrice &gt; 2000</a:t>
            </a:r>
          </a:p>
          <a:p>
            <a:pPr>
              <a:defRPr sz="1800"/>
            </a:pPr>
            <a:r>
              <a:t>ORDER BY TotalPrice DESC;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Product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AvgPrice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195620.11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1098.9893820224718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195612.61000000002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1080.7326519337018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192126.56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1110.5581502890172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Tablet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186568.95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1042.2846368715084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175651.41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1077.6160122699387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167459.93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985.0584117647059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151722.39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972.5794230769231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Order Status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AvgPrice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276396.21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1105.58484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Returned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243277.7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984.92995951417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256328.15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1081.5533755274262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246159.58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1047.487574468085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242600.32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1050.2178354978355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Payment Method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PaymentMethod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AvgPrice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Credit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263847.63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1127.5539743589743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262442.94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1017.2206976744186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259786.29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1056.0418292682928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Gift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246323.92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1070.9735652173913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Debit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232361.18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1001.5568103448276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Referral Source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ReferralSource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AvgPrice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275285.45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1062.8781853281853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261808.55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1047.2341999999999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250441.48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1039.176265560166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250410.9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1098.2934210526316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Referral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226815.58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1021.6918018018017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Highest revenue product: Chair</a:t>
            </a:r>
          </a:p>
          <a:p>
            <a:pPr>
              <a:defRPr sz="1800"/>
            </a:pPr>
            <a:r>
              <a:t>Revenue: $195,620.11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Total Orders: 1200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SQL analysis identifies patterns in products,</a:t>
            </a:r>
          </a:p>
          <a:p>
            <a:pPr>
              <a:defRPr sz="1800"/>
            </a:pPr>
            <a:r>
              <a:t>order status, payment methods and referral 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SQL was used to filter, sort, group and aggregate the e-commerce dataset to produce useful business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